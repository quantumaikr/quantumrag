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퀀텀소프트 2024년 실적 발표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2024 Business Review</a:t>
            </a:r>
          </a:p>
          <a:p/>
          <a:p>
            <a:r>
              <a:t>대표이사 김태현</a:t>
            </a:r>
          </a:p>
          <a:p>
            <a:r>
              <a:t>2024년 12월 20일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2024년 핵심 성과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매출: 152억원 (YoY +55%)</a:t>
            </a:r>
          </a:p>
          <a:p>
            <a:r>
              <a:t>영업이익: 22억원 (영업이익률 14.5%)</a:t>
            </a:r>
          </a:p>
          <a:p>
            <a:r>
              <a:t>ARR: 120억원 (SaaS 반복 매출)</a:t>
            </a:r>
          </a:p>
          <a:p>
            <a:r>
              <a:t>고객사: 32개 기업 (신규 12개)</a:t>
            </a:r>
          </a:p>
          <a:p>
            <a:r>
              <a:t>직원: 87명 (YoY +35%)</a:t>
            </a:r>
          </a:p>
          <a:p>
            <a:r>
              <a:t>기술 특허: 3건 등록, 2건 출원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제품 혁신 — 2024년 주요 릴리스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v2.3 (4월): Triple Index Fusion 도입 — 검색 정확도 25% 향상</a:t>
            </a:r>
          </a:p>
          <a:p>
            <a:r>
              <a:t>v2.4 (7월): Adaptive Query Routing — API 비용 40% 절감</a:t>
            </a:r>
          </a:p>
          <a:p>
            <a:r>
              <a:t>v2.5 (10월): HyPE (가상 질문 임베딩) — Recall@5 15% 향상</a:t>
            </a:r>
          </a:p>
          <a:p/>
          <a:p>
            <a:r>
              <a:t>시나리오 테스트 결과: 87개 중 86개 통과 (98.9%)</a:t>
            </a:r>
          </a:p>
          <a:p>
            <a:r>
              <a:t>대표 성과: 멀티홉 추론, 엔티티 추적, 교차 문서 종합 모두 100% 통과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고객 성공 사례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삼성전자 반도체: 50,000건 문서, 검색 만족도 82%, 주간 검색 시간 5.5시간 절감</a:t>
            </a:r>
          </a:p>
          <a:p>
            <a:r>
              <a:t>KB국민은행: FAQ 자동응답, 상담사 업무 효율 57% 향상</a:t>
            </a:r>
          </a:p>
          <a:p>
            <a:r>
              <a:t>네이버 클라우드: Upstage에서 전환, NDCG 0.81 달성 (19% 개선)</a:t>
            </a:r>
          </a:p>
          <a:p>
            <a:r>
              <a:t>법무법인 김앤장: 12만건 판례, 검색 정확도 120% 향상 (최대 매출 고객)</a:t>
            </a:r>
          </a:p>
          <a:p>
            <a:r>
              <a:t>현대자동차: 다국어 PoC 진행 중 (한/영/일, 3만건)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2025년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매출 목표: 230억원 (YoY +51%)</a:t>
            </a:r>
          </a:p>
          <a:p>
            <a:r>
              <a:t>ARR 목표: 180억원</a:t>
            </a:r>
          </a:p>
          <a:p/>
          <a:p>
            <a:r>
              <a:t>핵심 전략:</a:t>
            </a:r>
          </a:p>
          <a:p>
            <a:r>
              <a:t>1. v3.0 Atlas 릴리스 (OCR, 증분 인덱싱, GraphRAG)</a:t>
            </a:r>
          </a:p>
          <a:p>
            <a:r>
              <a:t>2. QuantumGuard 정식 출시 (보안 RAG, Q2)</a:t>
            </a:r>
          </a:p>
          <a:p>
            <a:r>
              <a:t>3. 일본 시장 진출 (NTT, SoftBank, 미쓰비시 PoC)</a:t>
            </a:r>
          </a:p>
          <a:p>
            <a:r>
              <a:t>4. Series C 200억원 투자 유치 (Q1-Q2)</a:t>
            </a:r>
          </a:p>
          <a:p>
            <a:r>
              <a:t>5. 자체 파인튜닝 모델로 API 비용 60%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 C 투자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목표 금액: 200억원</a:t>
            </a:r>
          </a:p>
          <a:p>
            <a:r>
              <a:t>Pre-money 밸류에이션: 1,500억원</a:t>
            </a:r>
          </a:p>
          <a:p>
            <a:r>
              <a:t>리드 투자자: 미래에셋벤처투자 (80억원)</a:t>
            </a:r>
          </a:p>
          <a:p>
            <a:r>
              <a:t>공동 투자자: 한화투자증권, KB인베스트먼트</a:t>
            </a:r>
          </a:p>
          <a:p/>
          <a:p>
            <a:r>
              <a:t>자금 용도:</a:t>
            </a:r>
          </a:p>
          <a:p>
            <a:r>
              <a:t>  R&amp;D 인력 확충: 80억원</a:t>
            </a:r>
          </a:p>
          <a:p>
            <a:r>
              <a:t>  운영비: 50억원</a:t>
            </a:r>
          </a:p>
          <a:p>
            <a:r>
              <a:t>  QuantumGuard 개발/마케팅: 40억원</a:t>
            </a:r>
          </a:p>
          <a:p>
            <a:r>
              <a:t>  일본 법인 설립: 30억원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퀀텀소프트 주식회사</a:t>
            </a:r>
          </a:p>
          <a:p>
            <a:r>
              <a:t>서울시 강남구 테헤란로 152, 위워크 빌딩 12층</a:t>
            </a:r>
          </a:p>
          <a:p>
            <a:r>
              <a:t>대표이사 김태현 | CTO 박서연</a:t>
            </a:r>
          </a:p>
          <a:p>
            <a:r>
              <a:t>contact@quantumsoft.co.kr | www.quantumsoft.co.kr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